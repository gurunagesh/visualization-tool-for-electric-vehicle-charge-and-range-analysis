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Analytics with Tableau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Calibri"/>
              </a:defRPr>
            </a:pPr>
            <a:r>
              <a:rPr dirty="0"/>
              <a:t>A Practical Approach to Data-Driven Insights</a:t>
            </a:r>
          </a:p>
          <a:p>
            <a:pPr algn="l">
              <a:defRPr sz="2000">
                <a:latin typeface="Calibri"/>
              </a:defRPr>
            </a:pPr>
            <a:endParaRPr dirty="0"/>
          </a:p>
          <a:p>
            <a:pPr algn="l">
              <a:defRPr sz="2000">
                <a:latin typeface="Calibri"/>
              </a:defRPr>
            </a:pPr>
            <a:r>
              <a:rPr lang="en-US" dirty="0"/>
              <a:t>MUDAMANCHU GURUNAGESH</a:t>
            </a:r>
            <a:r>
              <a:rPr dirty="0"/>
              <a:t> (22P31A05</a:t>
            </a:r>
            <a:r>
              <a:rPr lang="en-US" dirty="0"/>
              <a:t>A2</a:t>
            </a:r>
            <a:r>
              <a:rPr dirty="0"/>
              <a:t>)</a:t>
            </a:r>
          </a:p>
          <a:p>
            <a:pPr algn="l">
              <a:defRPr sz="2000">
                <a:latin typeface="Calibri"/>
              </a:defRPr>
            </a:pPr>
            <a:r>
              <a:rPr dirty="0"/>
              <a:t>Aditya College of Engineering &amp; Technology (A)</a:t>
            </a:r>
          </a:p>
          <a:p>
            <a:pPr algn="l">
              <a:defRPr sz="2000">
                <a:latin typeface="Calibri"/>
              </a:defRPr>
            </a:pPr>
            <a:r>
              <a:rPr dirty="0"/>
              <a:t>Department of Computer Science and Engineering</a:t>
            </a:r>
          </a:p>
          <a:p>
            <a:pPr algn="l">
              <a:defRPr sz="2000">
                <a:latin typeface="Calibri"/>
              </a:defRPr>
            </a:pPr>
            <a:r>
              <a:rPr dirty="0"/>
              <a:t>Academic Year: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Calibri"/>
              </a:defRPr>
            </a:pPr>
            <a:r>
              <a:t>The internship was part of APSCHE–SmartBridge collaboration focused on providing real-time, industry-oriented learning.</a:t>
            </a:r>
          </a:p>
          <a:p>
            <a:pPr algn="l">
              <a:defRPr sz="2000">
                <a:latin typeface="Calibri"/>
              </a:defRPr>
            </a:pPr>
            <a:r>
              <a:t>The main objective was to gain hands-on experience in Data Analytics and Visualization using Tableau.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Calibri"/>
              </a:defRPr>
            </a:pPr>
            <a:r>
              <a:t>• Gain practical experience in Data Analytics</a:t>
            </a:r>
          </a:p>
          <a:p>
            <a:pPr algn="l">
              <a:defRPr sz="2000">
                <a:latin typeface="Calibri"/>
              </a:defRPr>
            </a:pPr>
            <a:r>
              <a:t>• Build interactive dashboards using Tableau</a:t>
            </a:r>
          </a:p>
          <a:p>
            <a:pPr algn="l">
              <a:defRPr sz="2000">
                <a:latin typeface="Calibri"/>
              </a:defRPr>
            </a:pPr>
            <a:r>
              <a:t>• Learn data cleaning and visualization</a:t>
            </a:r>
          </a:p>
          <a:p>
            <a:pPr algn="l">
              <a:defRPr sz="2000">
                <a:latin typeface="Calibri"/>
              </a:defRPr>
            </a:pPr>
            <a:r>
              <a:t>• Understand consumer insights and storytelling</a:t>
            </a:r>
          </a:p>
          <a:p>
            <a:pPr algn="l">
              <a:defRPr sz="2000">
                <a:latin typeface="Calibri"/>
              </a:defRPr>
            </a:pPr>
            <a:r>
              <a:t>• Develop presentation and analytical skills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Calibri"/>
              </a:defRPr>
            </a:pPr>
            <a:r>
              <a:t>APSCHE–SmartBridge partnership offers students practical exposure to technologies like Data Analytics, AI, and Cloud Computing.</a:t>
            </a:r>
          </a:p>
          <a:p>
            <a:pPr algn="l">
              <a:defRPr sz="2000">
                <a:latin typeface="Calibri"/>
              </a:defRPr>
            </a:pPr>
            <a:r>
              <a:t>Vision: To empower students with practical technology skills.</a:t>
            </a:r>
          </a:p>
          <a:p>
            <a:pPr algn="l">
              <a:defRPr sz="2000">
                <a:latin typeface="Calibri"/>
              </a:defRPr>
            </a:pPr>
            <a:r>
              <a:t>Mission: To bridge academia and industry through experiential learning.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Project:</a:t>
            </a:r>
            <a:r>
              <a:rPr lang="en-US" sz="3600" dirty="0" err="1"/>
              <a:t>VISULATION</a:t>
            </a:r>
            <a:r>
              <a:rPr lang="en-US" sz="3600" dirty="0"/>
              <a:t> TOOL FOR ELECTRIC VEHICLE CHARGE AND RANGE ANALYSIS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Calibri"/>
              </a:defRPr>
            </a:pPr>
            <a:r>
              <a:rPr dirty="0"/>
              <a:t>Objective: To analyze </a:t>
            </a:r>
            <a:r>
              <a:rPr lang="en-US" dirty="0"/>
              <a:t>electrical vehicle </a:t>
            </a:r>
            <a:r>
              <a:rPr dirty="0"/>
              <a:t>sales.</a:t>
            </a:r>
          </a:p>
          <a:p>
            <a:pPr algn="l">
              <a:defRPr sz="2000">
                <a:latin typeface="Calibri"/>
              </a:defRPr>
            </a:pPr>
            <a:r>
              <a:rPr dirty="0" err="1"/>
              <a:t>Dataset:</a:t>
            </a:r>
            <a:r>
              <a:rPr lang="en-US" dirty="0" err="1"/>
              <a:t>Indian</a:t>
            </a:r>
            <a:r>
              <a:rPr lang="en-US" dirty="0"/>
              <a:t> elecricalVehicles</a:t>
            </a:r>
            <a:r>
              <a:rPr dirty="0"/>
              <a:t>.csv</a:t>
            </a:r>
          </a:p>
          <a:p>
            <a:pPr algn="l">
              <a:defRPr sz="2000">
                <a:latin typeface="Calibri"/>
              </a:defRPr>
            </a:pPr>
            <a:r>
              <a:rPr dirty="0"/>
              <a:t>Tools: Tableau, Excel, Google Sheets, MySQL</a:t>
            </a:r>
          </a:p>
          <a:p>
            <a:pPr algn="l">
              <a:defRPr sz="2000">
                <a:latin typeface="Calibri"/>
              </a:defRPr>
            </a:pPr>
            <a:r>
              <a:rPr dirty="0"/>
              <a:t>Outcome: Created dashboards showing insights into product sales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Calibri"/>
              </a:defRPr>
            </a:pPr>
            <a:r>
              <a:t>• Tableau – Visualization and dashboard creation</a:t>
            </a:r>
          </a:p>
          <a:p>
            <a:pPr algn="l">
              <a:defRPr sz="2000">
                <a:latin typeface="Calibri"/>
              </a:defRPr>
            </a:pPr>
            <a:r>
              <a:t>• MySQL – Data querying</a:t>
            </a:r>
          </a:p>
          <a:p>
            <a:pPr algn="l">
              <a:defRPr sz="2000">
                <a:latin typeface="Calibri"/>
              </a:defRPr>
            </a:pPr>
            <a:r>
              <a:t>• Microsoft Excel – Data cleaning</a:t>
            </a:r>
          </a:p>
          <a:p>
            <a:pPr algn="l">
              <a:defRPr sz="2000">
                <a:latin typeface="Calibri"/>
              </a:defRPr>
            </a:pPr>
            <a:r>
              <a:t>• Google Sheets – Preprocessing</a:t>
            </a:r>
          </a:p>
          <a:p>
            <a:pPr algn="l">
              <a:defRPr sz="2000">
                <a:latin typeface="Calibri"/>
              </a:defRPr>
            </a:pPr>
            <a:r>
              <a:t>• GitHub – Project repository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Activities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Calibri"/>
              </a:defRPr>
            </a:pPr>
            <a:r>
              <a:t>• Week 1–2: Learned data analytics basics and SQL operations</a:t>
            </a:r>
          </a:p>
          <a:p>
            <a:pPr algn="l">
              <a:defRPr sz="2000">
                <a:latin typeface="Calibri"/>
              </a:defRPr>
            </a:pPr>
            <a:r>
              <a:t>• Week 3–4: Built dashboards and explored Tableau features</a:t>
            </a:r>
          </a:p>
          <a:p>
            <a:pPr algn="l">
              <a:defRPr sz="2000">
                <a:latin typeface="Calibri"/>
              </a:defRPr>
            </a:pPr>
            <a:r>
              <a:t>• Week 5–6: Applied storytelling and created project dashboards</a:t>
            </a:r>
          </a:p>
          <a:p>
            <a:pPr algn="l">
              <a:defRPr sz="2000">
                <a:latin typeface="Calibri"/>
              </a:defRPr>
            </a:pPr>
            <a:r>
              <a:t>• Week 7–8: Completed documentation, GitHub upload, and final evaluation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Acquired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Calibri"/>
              </a:defRPr>
            </a:pPr>
            <a:r>
              <a:t>Technical Skills:</a:t>
            </a:r>
          </a:p>
          <a:p>
            <a:pPr algn="l">
              <a:defRPr sz="2000">
                <a:latin typeface="Calibri"/>
              </a:defRPr>
            </a:pPr>
            <a:r>
              <a:t>• Tableau dashboard design</a:t>
            </a:r>
          </a:p>
          <a:p>
            <a:pPr algn="l">
              <a:defRPr sz="2000">
                <a:latin typeface="Calibri"/>
              </a:defRPr>
            </a:pPr>
            <a:r>
              <a:t>• SQL querying and data cleaning</a:t>
            </a:r>
          </a:p>
          <a:p>
            <a:pPr algn="l">
              <a:defRPr sz="2000">
                <a:latin typeface="Calibri"/>
              </a:defRPr>
            </a:pPr>
            <a:r>
              <a:t>• Data storytelling and visualization</a:t>
            </a:r>
          </a:p>
          <a:p>
            <a:pPr algn="l">
              <a:defRPr sz="2000">
                <a:latin typeface="Calibri"/>
              </a:defRPr>
            </a:pPr>
            <a:endParaRPr/>
          </a:p>
          <a:p>
            <a:pPr algn="l">
              <a:defRPr sz="2000">
                <a:latin typeface="Calibri"/>
              </a:defRPr>
            </a:pPr>
            <a:r>
              <a:t>Soft Skills:</a:t>
            </a:r>
          </a:p>
          <a:p>
            <a:pPr algn="l">
              <a:defRPr sz="2000">
                <a:latin typeface="Calibri"/>
              </a:defRPr>
            </a:pPr>
            <a:r>
              <a:t>• Communication and teamwork</a:t>
            </a:r>
          </a:p>
          <a:p>
            <a:pPr algn="l">
              <a:defRPr sz="2000">
                <a:latin typeface="Calibri"/>
              </a:defRPr>
            </a:pPr>
            <a:r>
              <a:t>• Problem-solving and time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Calibri"/>
              </a:defRPr>
            </a:pPr>
            <a:r>
              <a:t>• Learned to interpret business data effectively</a:t>
            </a:r>
          </a:p>
          <a:p>
            <a:pPr algn="l">
              <a:defRPr sz="2000">
                <a:latin typeface="Calibri"/>
              </a:defRPr>
            </a:pPr>
            <a:r>
              <a:t>• Developed analytical thinking</a:t>
            </a:r>
          </a:p>
          <a:p>
            <a:pPr algn="l">
              <a:defRPr sz="2000">
                <a:latin typeface="Calibri"/>
              </a:defRPr>
            </a:pPr>
            <a:r>
              <a:t>• Understood visualization for decision-making</a:t>
            </a:r>
          </a:p>
          <a:p>
            <a:pPr algn="l">
              <a:defRPr sz="2000">
                <a:latin typeface="Calibri"/>
              </a:defRPr>
            </a:pPr>
            <a:r>
              <a:t>• Improved technical and managerial competencies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Work Environment &amp;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Calibri"/>
              </a:defRPr>
            </a:pPr>
            <a:r>
              <a:t>The internship provided a supportive virtual learning environment with mentor guidance.</a:t>
            </a:r>
          </a:p>
          <a:p>
            <a:pPr algn="l">
              <a:defRPr sz="2000">
                <a:latin typeface="Calibri"/>
              </a:defRPr>
            </a:pPr>
            <a:r>
              <a:t>Collaboration, self-learning, and feedback were integral parts, enhancing professional confidence.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Calibri"/>
              </a:defRPr>
            </a:pPr>
            <a:r>
              <a:t>The internship enhanced both technical and professional skills in Data Analytics.</a:t>
            </a:r>
          </a:p>
          <a:p>
            <a:pPr algn="l">
              <a:defRPr sz="2000">
                <a:latin typeface="Calibri"/>
              </a:defRPr>
            </a:pPr>
            <a:r>
              <a:t>It strengthened my understanding of visualization and prepared me for real-world data-driven roles.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Sales by </a:t>
            </a:r>
            <a:r>
              <a:rPr lang="en-US" dirty="0"/>
              <a:t>vehicles</a:t>
            </a:r>
            <a:r>
              <a:rPr dirty="0"/>
              <a:t> Category</a:t>
            </a:r>
          </a:p>
        </p:txBody>
      </p:sp>
      <p:pic>
        <p:nvPicPr>
          <p:cNvPr id="3" name="Picture 2" descr="bar_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540327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Sales Share</a:t>
            </a:r>
          </a:p>
        </p:txBody>
      </p:sp>
      <p:pic>
        <p:nvPicPr>
          <p:cNvPr id="3" name="Picture 2" descr="pie_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1959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vs Profit</a:t>
            </a:r>
          </a:p>
        </p:txBody>
      </p:sp>
      <p:pic>
        <p:nvPicPr>
          <p:cNvPr id="3" name="Picture 2" descr="line_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64129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Calibri"/>
              </a:defRPr>
            </a:pPr>
            <a:r>
              <a:rPr dirty="0"/>
              <a:t>Thank You!</a:t>
            </a:r>
          </a:p>
          <a:p>
            <a:pPr algn="l">
              <a:defRPr sz="2000">
                <a:latin typeface="Calibri"/>
              </a:defRPr>
            </a:pPr>
            <a:endParaRPr dirty="0"/>
          </a:p>
          <a:p>
            <a:pPr algn="l">
              <a:defRPr sz="2000">
                <a:latin typeface="Calibri"/>
              </a:defRPr>
            </a:pPr>
            <a:r>
              <a:rPr lang="en-IN" dirty="0"/>
              <a:t>MUDAMANCHU GURUNAGESH</a:t>
            </a:r>
            <a:r>
              <a:t> (22P31A05</a:t>
            </a:r>
            <a:r>
              <a:rPr lang="en-US"/>
              <a:t>A2</a:t>
            </a:r>
            <a:r>
              <a:t>)</a:t>
            </a:r>
            <a:endParaRPr dirty="0"/>
          </a:p>
          <a:p>
            <a:pPr algn="l">
              <a:defRPr sz="2000">
                <a:latin typeface="Calibri"/>
              </a:defRPr>
            </a:pPr>
            <a:r>
              <a:rPr dirty="0"/>
              <a:t>Aditya College of Engineering &amp; Technology (A)</a:t>
            </a:r>
          </a:p>
          <a:p>
            <a:pPr algn="l">
              <a:defRPr sz="2000">
                <a:latin typeface="Calibri"/>
              </a:defRPr>
            </a:pPr>
            <a:endParaRPr dirty="0"/>
          </a:p>
          <a:p>
            <a:pPr algn="l">
              <a:defRPr sz="2000">
                <a:latin typeface="Calibri"/>
              </a:defRPr>
            </a:pPr>
            <a:r>
              <a:rPr dirty="0"/>
              <a:t>[Tableau Dashboards and Visuals]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422</Words>
  <Application>Microsoft Office PowerPoint</Application>
  <PresentationFormat>On-screen Show (4:3)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Data Analytics with Tableau</vt:lpstr>
      <vt:lpstr>Introduction to Internship</vt:lpstr>
      <vt:lpstr>Learning Objectives</vt:lpstr>
      <vt:lpstr>Organization Overview</vt:lpstr>
      <vt:lpstr>Project:VISULATION TOOL FOR ELECTRIC VEHICLE CHARGE AND RANGE ANALYSIS</vt:lpstr>
      <vt:lpstr>Tools &amp; Technologies Used</vt:lpstr>
      <vt:lpstr>Weekly Activities Summary</vt:lpstr>
      <vt:lpstr>Skills Acquired</vt:lpstr>
      <vt:lpstr>Internship Outcomes</vt:lpstr>
      <vt:lpstr>Work Environment &amp; Experience</vt:lpstr>
      <vt:lpstr>Conclusion</vt:lpstr>
      <vt:lpstr>Sales by vehicles Category</vt:lpstr>
      <vt:lpstr>Category Sales Share</vt:lpstr>
      <vt:lpstr>Sales vs Profit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jitendra k</cp:lastModifiedBy>
  <cp:revision>4</cp:revision>
  <dcterms:created xsi:type="dcterms:W3CDTF">2013-01-27T09:14:16Z</dcterms:created>
  <dcterms:modified xsi:type="dcterms:W3CDTF">2025-10-31T09:07:19Z</dcterms:modified>
  <cp:category/>
</cp:coreProperties>
</file>